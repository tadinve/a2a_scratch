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1521440"/>
  <p:notesSz cx="1152144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" y="182880"/>
            <a:ext cx="1426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End-to-End Flow: Alice Gets Inventory for WIDGET-B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82880" y="685800"/>
            <a:ext cx="1426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5568"/>
                </a:solidFill>
              </a:rPr>
              <a:t>Four JWTs  •  Five Services  •  One Request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920240" cy="9829800"/>
          </a:xfrm>
          <a:prstGeom prst="roundRect">
            <a:avLst>
              <a:gd name="adj" fmla="val 3810"/>
            </a:avLst>
          </a:prstGeom>
          <a:solidFill>
            <a:srgbClr val="FDF1F4"/>
          </a:solidFill>
          <a:ln w="12700">
            <a:solidFill>
              <a:srgbClr val="F9D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07008"/>
            <a:ext cx="1883664" cy="960120"/>
          </a:xfrm>
          <a:prstGeom prst="rect">
            <a:avLst/>
          </a:prstGeom>
          <a:solidFill>
            <a:srgbClr val="F9D9E1"/>
          </a:solidFill>
          <a:ln w="12700">
            <a:solidFill>
              <a:srgbClr val="F9D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Alice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(user-001)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55648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76272" y="1188720"/>
            <a:ext cx="2286000" cy="9829800"/>
          </a:xfrm>
          <a:prstGeom prst="roundRect">
            <a:avLst>
              <a:gd name="adj" fmla="val 3200"/>
            </a:avLst>
          </a:prstGeom>
          <a:solidFill>
            <a:srgbClr val="EEF5FC"/>
          </a:solidFill>
          <a:ln w="12700">
            <a:solidFill>
              <a:srgbClr val="D6E7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94560" y="1207008"/>
            <a:ext cx="2249424" cy="960120"/>
          </a:xfrm>
          <a:prstGeom prst="rect">
            <a:avLst/>
          </a:prstGeom>
          <a:solidFill>
            <a:srgbClr val="D6E7F7"/>
          </a:solidFill>
          <a:ln w="12700">
            <a:solidFill>
              <a:srgbClr val="D6E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21992" y="1261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Inventory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(port 8003)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755648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35424" y="1188720"/>
            <a:ext cx="2240280" cy="9829800"/>
          </a:xfrm>
          <a:prstGeom prst="roundRect">
            <a:avLst>
              <a:gd name="adj" fmla="val 3265"/>
            </a:avLst>
          </a:prstGeom>
          <a:solidFill>
            <a:srgbClr val="EEF7EF"/>
          </a:solidFill>
          <a:ln w="12700">
            <a:solidFill>
              <a:srgbClr val="D5EB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53712" y="1207008"/>
            <a:ext cx="2203704" cy="960120"/>
          </a:xfrm>
          <a:prstGeom prst="rect">
            <a:avLst/>
          </a:prstGeom>
          <a:solidFill>
            <a:srgbClr val="D5EBD7"/>
          </a:solidFill>
          <a:ln w="12700">
            <a:solidFill>
              <a:srgbClr val="D5EBD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81144" y="12618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Human Identity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(port 8002)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1755648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48856" y="1188720"/>
            <a:ext cx="2423160" cy="9829800"/>
          </a:xfrm>
          <a:prstGeom prst="roundRect">
            <a:avLst>
              <a:gd name="adj" fmla="val 3019"/>
            </a:avLst>
          </a:prstGeom>
          <a:solidFill>
            <a:srgbClr val="F4F0FA"/>
          </a:solidFill>
          <a:ln w="12700">
            <a:solidFill>
              <a:srgbClr val="E3DA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67144" y="1207008"/>
            <a:ext cx="2386584" cy="960120"/>
          </a:xfrm>
          <a:prstGeom prst="rect">
            <a:avLst/>
          </a:prstGeom>
          <a:solidFill>
            <a:srgbClr val="E3DAF2"/>
          </a:solidFill>
          <a:ln w="12700">
            <a:solidFill>
              <a:srgbClr val="E3DAF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94576" y="1261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Token Issuer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(port 8001)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1755648"/>
            <a:ext cx="365760" cy="365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345168" y="1188720"/>
            <a:ext cx="2514600" cy="9829800"/>
          </a:xfrm>
          <a:prstGeom prst="roundRect">
            <a:avLst>
              <a:gd name="adj" fmla="val 2909"/>
            </a:avLst>
          </a:prstGeom>
          <a:solidFill>
            <a:srgbClr val="FDF8E6"/>
          </a:solidFill>
          <a:ln w="12700">
            <a:solidFill>
              <a:srgbClr val="F7EBB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63456" y="1207008"/>
            <a:ext cx="2478024" cy="960120"/>
          </a:xfrm>
          <a:prstGeom prst="rect">
            <a:avLst/>
          </a:prstGeom>
          <a:solidFill>
            <a:srgbClr val="F7EBB8"/>
          </a:solidFill>
          <a:ln w="12700">
            <a:solidFill>
              <a:srgbClr val="F7EBB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390888" y="1261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Delegation Authority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(port 8004)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588" y="1755648"/>
            <a:ext cx="365760" cy="3657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1932920" y="1188720"/>
            <a:ext cx="2514600" cy="9829800"/>
          </a:xfrm>
          <a:prstGeom prst="roundRect">
            <a:avLst>
              <a:gd name="adj" fmla="val 2909"/>
            </a:avLst>
          </a:prstGeom>
          <a:solidFill>
            <a:srgbClr val="FDF2EA"/>
          </a:solidFill>
          <a:ln w="12700">
            <a:solidFill>
              <a:srgbClr val="F8DCC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1951208" y="1207008"/>
            <a:ext cx="2478024" cy="960120"/>
          </a:xfrm>
          <a:prstGeom prst="rect">
            <a:avLst/>
          </a:prstGeom>
          <a:solidFill>
            <a:srgbClr val="F8DCC8"/>
          </a:solidFill>
          <a:ln w="12700">
            <a:solidFill>
              <a:srgbClr val="F8DCC8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1978640" y="1261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Inventory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(port 8000)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7340" y="1755648"/>
            <a:ext cx="365760" cy="3657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92608" y="2331720"/>
            <a:ext cx="170078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246888" y="2404872"/>
            <a:ext cx="365760" cy="365760"/>
          </a:xfrm>
          <a:prstGeom prst="ellipse">
            <a:avLst/>
          </a:prstGeom>
          <a:solidFill>
            <a:srgbClr val="C2185B"/>
          </a:solidFill>
          <a:ln>
            <a:solidFill>
              <a:srgbClr val="C218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704088" y="2395728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Log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username + password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45152" y="2331720"/>
            <a:ext cx="202082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599432" y="2404872"/>
            <a:ext cx="365760" cy="3657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056632" y="239572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Authenticate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Argon2id check vs stored hash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993392" y="2615184"/>
            <a:ext cx="260604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35" name="Text 27"/>
          <p:cNvSpPr txBox="1"/>
          <p:nvPr/>
        </p:nvSpPr>
        <p:spPr>
          <a:xfrm>
            <a:off x="2244852" y="2404872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POST /login, direct.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The agent never sees the password.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645152" y="3017520"/>
            <a:ext cx="202082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599432" y="3090672"/>
            <a:ext cx="365760" cy="3657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5056632" y="308152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Issue Human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signed with identity-key-1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581144" y="3675888"/>
            <a:ext cx="2395728" cy="896112"/>
          </a:xfrm>
          <a:prstGeom prst="roundRect">
            <a:avLst>
              <a:gd name="adj" fmla="val 8163"/>
            </a:avLst>
          </a:prstGeom>
          <a:solidFill>
            <a:srgbClr val="FCE4EC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690872" y="373075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#1: Human JWT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iss: a2a-human-identity-service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user-001 (Alice)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inventory-agent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iat + 300 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993392" y="3300984"/>
            <a:ext cx="260604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42" name="Text 34"/>
          <p:cNvSpPr txBox="1"/>
          <p:nvPr/>
        </p:nvSpPr>
        <p:spPr>
          <a:xfrm>
            <a:off x="2793492" y="3163824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human JWT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292608" y="4572000"/>
            <a:ext cx="17007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46888" y="4645152"/>
            <a:ext cx="365760" cy="365760"/>
          </a:xfrm>
          <a:prstGeom prst="ellipse">
            <a:avLst/>
          </a:prstGeom>
          <a:solidFill>
            <a:srgbClr val="C2185B"/>
          </a:solidFill>
          <a:ln>
            <a:solidFill>
              <a:srgbClr val="C218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704088" y="4636008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Request WIDGET-B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GET /agent/stock/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WIDGET-B + Bearer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human JWT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2286000" y="4572000"/>
            <a:ext cx="2066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2240280" y="4645152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0"/>
          <p:cNvSpPr txBox="1"/>
          <p:nvPr/>
        </p:nvSpPr>
        <p:spPr>
          <a:xfrm>
            <a:off x="2697480" y="4636008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Verify Human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signature, iss, aud,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expiry → user-001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invalid → 401, stop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1993392" y="5001768"/>
            <a:ext cx="246888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2286000" y="5596128"/>
            <a:ext cx="2066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240280" y="5669280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2" name="Text 44"/>
          <p:cNvSpPr txBox="1"/>
          <p:nvPr/>
        </p:nvSpPr>
        <p:spPr>
          <a:xfrm>
            <a:off x="2697480" y="5660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Get actor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client id + 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scope delegation.request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6958584" y="5596128"/>
            <a:ext cx="2203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6A3FA0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6912864" y="5669280"/>
            <a:ext cx="365760" cy="365760"/>
          </a:xfrm>
          <a:prstGeom prst="ellipse">
            <a:avLst/>
          </a:prstGeom>
          <a:solidFill>
            <a:srgbClr val="6A3FA0"/>
          </a:solidFill>
          <a:ln>
            <a:solidFill>
              <a:srgbClr val="6A3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5" name="Text 47"/>
          <p:cNvSpPr txBox="1"/>
          <p:nvPr/>
        </p:nvSpPr>
        <p:spPr>
          <a:xfrm>
            <a:off x="7370064" y="566013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Issue actor JWT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4352544" y="5824728"/>
            <a:ext cx="256032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57" name="Text 49"/>
          <p:cNvSpPr txBox="1"/>
          <p:nvPr/>
        </p:nvSpPr>
        <p:spPr>
          <a:xfrm>
            <a:off x="5152644" y="568756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POST /token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6894576" y="6144768"/>
            <a:ext cx="2395728" cy="896112"/>
          </a:xfrm>
          <a:prstGeom prst="roundRect">
            <a:avLst>
              <a:gd name="adj" fmla="val 8163"/>
            </a:avLst>
          </a:prstGeom>
          <a:solidFill>
            <a:srgbClr val="DCEBFA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7004304" y="619963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#2: Actor Machine JWT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iss: a2a-local-issuer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inventory-agent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a2a-delegation-authority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delegation.request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4352544" y="6629400"/>
            <a:ext cx="256032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61" name="Text 53"/>
          <p:cNvSpPr txBox="1"/>
          <p:nvPr/>
        </p:nvSpPr>
        <p:spPr>
          <a:xfrm>
            <a:off x="5198364" y="64922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actor JWT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2286000" y="7086600"/>
            <a:ext cx="206654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2240280" y="7159752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64" name="Text 56"/>
          <p:cNvSpPr txBox="1"/>
          <p:nvPr/>
        </p:nvSpPr>
        <p:spPr>
          <a:xfrm>
            <a:off x="2697480" y="715060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Request delegation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POST /delegate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Bearer actor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subject_token: human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scope inventory.read.class_b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9454896" y="7086600"/>
            <a:ext cx="229514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B7860B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9409176" y="7159752"/>
            <a:ext cx="365760" cy="365760"/>
          </a:xfrm>
          <a:prstGeom prst="ellipse">
            <a:avLst/>
          </a:prstGeom>
          <a:solidFill>
            <a:srgbClr val="B7860B"/>
          </a:solidFill>
          <a:ln>
            <a:solidFill>
              <a:srgbClr val="B786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67" name="Text 59"/>
          <p:cNvSpPr txBox="1"/>
          <p:nvPr/>
        </p:nvSpPr>
        <p:spPr>
          <a:xfrm>
            <a:off x="9866376" y="7150608"/>
            <a:ext cx="18196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Check, then 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actor JWT (key-2)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human JWT (identity-key-1),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  aud =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may_act_for policy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scope ⊆ Alice ∩ agent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4352544" y="7406640"/>
            <a:ext cx="5056632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69" name="Text 61"/>
          <p:cNvSpPr txBox="1"/>
          <p:nvPr/>
        </p:nvSpPr>
        <p:spPr>
          <a:xfrm>
            <a:off x="5852160" y="726948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no SKU is sent: only tokens + scope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9390888" y="8385048"/>
            <a:ext cx="2487168" cy="1197864"/>
          </a:xfrm>
          <a:prstGeom prst="roundRect">
            <a:avLst>
              <a:gd name="adj" fmla="val 6107"/>
            </a:avLst>
          </a:prstGeom>
          <a:solidFill>
            <a:srgbClr val="FFF6D6"/>
          </a:solidFill>
          <a:ln w="19050">
            <a:solidFill>
              <a:srgbClr val="B7860B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9500616" y="8439912"/>
            <a:ext cx="23042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#3: Delegation JWT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iss: a2a-delegation-authority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user-001 (Alice)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act.sub: inventory-agent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inventory-service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inventory.read.class_b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≤ min(now+300 s, human)</a:t>
            </a:r>
            <a:endParaRPr lang="en-US" sz="900" dirty="0"/>
          </a:p>
        </p:txBody>
      </p:sp>
      <p:sp>
        <p:nvSpPr>
          <p:cNvPr id="72" name="Shape 64"/>
          <p:cNvSpPr/>
          <p:nvPr/>
        </p:nvSpPr>
        <p:spPr>
          <a:xfrm>
            <a:off x="4352544" y="7882128"/>
            <a:ext cx="5056632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73" name="Text 65"/>
          <p:cNvSpPr txBox="1"/>
          <p:nvPr/>
        </p:nvSpPr>
        <p:spPr>
          <a:xfrm>
            <a:off x="5038344" y="774496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delegation JWT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2286000" y="8302752"/>
            <a:ext cx="2066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2240280" y="8375904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76" name="Text 68"/>
          <p:cNvSpPr txBox="1"/>
          <p:nvPr/>
        </p:nvSpPr>
        <p:spPr>
          <a:xfrm>
            <a:off x="2697480" y="83667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Get inventory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client id + 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scope inventory.read.class_b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6958584" y="8302752"/>
            <a:ext cx="22037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6A3FA0"/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6912864" y="8375904"/>
            <a:ext cx="365760" cy="365760"/>
          </a:xfrm>
          <a:prstGeom prst="ellipse">
            <a:avLst/>
          </a:prstGeom>
          <a:solidFill>
            <a:srgbClr val="6A3FA0"/>
          </a:solidFill>
          <a:ln>
            <a:solidFill>
              <a:srgbClr val="6A3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79" name="Text 71"/>
          <p:cNvSpPr txBox="1"/>
          <p:nvPr/>
        </p:nvSpPr>
        <p:spPr>
          <a:xfrm>
            <a:off x="7370064" y="836676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Issue inventory JWT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4352544" y="8531352"/>
            <a:ext cx="256032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81" name="Text 73"/>
          <p:cNvSpPr txBox="1"/>
          <p:nvPr/>
        </p:nvSpPr>
        <p:spPr>
          <a:xfrm>
            <a:off x="5152644" y="8394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POST /token</a:t>
            </a:r>
            <a:endParaRPr lang="en-US" sz="950" dirty="0"/>
          </a:p>
        </p:txBody>
      </p:sp>
      <p:sp>
        <p:nvSpPr>
          <p:cNvPr id="82" name="Shape 74"/>
          <p:cNvSpPr/>
          <p:nvPr/>
        </p:nvSpPr>
        <p:spPr>
          <a:xfrm>
            <a:off x="6894576" y="8851392"/>
            <a:ext cx="2395728" cy="896112"/>
          </a:xfrm>
          <a:prstGeom prst="roundRect">
            <a:avLst>
              <a:gd name="adj" fmla="val 8163"/>
            </a:avLst>
          </a:prstGeom>
          <a:solidFill>
            <a:srgbClr val="EDE5F7"/>
          </a:solidFill>
          <a:ln w="19050">
            <a:solidFill>
              <a:srgbClr val="6A3FA0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7004304" y="8906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#4: Inventory Machine JWT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iss: a2a-local-issuer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inventory-agent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aud: inventory-service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inventory.read.class_b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4352544" y="9326880"/>
            <a:ext cx="2560320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85" name="Text 77"/>
          <p:cNvSpPr txBox="1"/>
          <p:nvPr/>
        </p:nvSpPr>
        <p:spPr>
          <a:xfrm>
            <a:off x="5084064" y="918972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inventory JWT</a:t>
            </a:r>
            <a:endParaRPr lang="en-US" sz="950" dirty="0"/>
          </a:p>
        </p:txBody>
      </p:sp>
      <p:sp>
        <p:nvSpPr>
          <p:cNvPr id="86" name="Shape 78"/>
          <p:cNvSpPr/>
          <p:nvPr/>
        </p:nvSpPr>
        <p:spPr>
          <a:xfrm>
            <a:off x="2286000" y="9601200"/>
            <a:ext cx="20665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2240280" y="9674352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88" name="Text 80"/>
          <p:cNvSpPr txBox="1"/>
          <p:nvPr/>
        </p:nvSpPr>
        <p:spPr>
          <a:xfrm>
            <a:off x="2697480" y="9665208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Call Inventory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GET /stock/WIDGET-B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+ both tokens</a:t>
            </a:r>
            <a:endParaRPr lang="en-US" sz="1000" dirty="0"/>
          </a:p>
        </p:txBody>
      </p:sp>
      <p:sp>
        <p:nvSpPr>
          <p:cNvPr id="89" name="Shape 81"/>
          <p:cNvSpPr/>
          <p:nvPr/>
        </p:nvSpPr>
        <p:spPr>
          <a:xfrm>
            <a:off x="12042648" y="7086600"/>
            <a:ext cx="2295144" cy="3337560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9050">
            <a:solidFill>
              <a:srgbClr val="D2601A"/>
            </a:solidFill>
            <a:prstDash val="solid"/>
          </a:ln>
        </p:spPr>
      </p:sp>
      <p:sp>
        <p:nvSpPr>
          <p:cNvPr id="90" name="Text 82"/>
          <p:cNvSpPr txBox="1"/>
          <p:nvPr/>
        </p:nvSpPr>
        <p:spPr>
          <a:xfrm>
            <a:off x="11996928" y="7159752"/>
            <a:ext cx="365760" cy="365760"/>
          </a:xfrm>
          <a:prstGeom prst="ellipse">
            <a:avLst/>
          </a:prstGeom>
          <a:solidFill>
            <a:srgbClr val="D2601A"/>
          </a:solidFill>
          <a:ln>
            <a:solidFill>
              <a:srgbClr val="D260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  <p:sp>
        <p:nvSpPr>
          <p:cNvPr id="91" name="Text 83"/>
          <p:cNvSpPr txBox="1"/>
          <p:nvPr/>
        </p:nvSpPr>
        <p:spPr>
          <a:xfrm>
            <a:off x="12454128" y="7150608"/>
            <a:ext cx="18196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Verify, then authorize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machine JWT: key-2,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  iss a2a-local-issuer (401)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delegation JWT: delegation-key-1,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  iss a2a-delegation-authority (401)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act.sub = machine sub (401)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WIDGET-B → class B (404)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machine scope has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  inventory.read.class_b (403)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delegated scope has it (403)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role grants it (403)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then read SQLite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Shown: the delegated path.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X-Delegation-Token is optional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today; without it only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machine checks apply.</a:t>
            </a:r>
            <a:endParaRPr lang="en-US" sz="1000" dirty="0"/>
          </a:p>
        </p:txBody>
      </p:sp>
      <p:sp>
        <p:nvSpPr>
          <p:cNvPr id="92" name="Shape 84"/>
          <p:cNvSpPr/>
          <p:nvPr/>
        </p:nvSpPr>
        <p:spPr>
          <a:xfrm>
            <a:off x="4352544" y="9893808"/>
            <a:ext cx="7644384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93" name="Text 85"/>
          <p:cNvSpPr txBox="1"/>
          <p:nvPr/>
        </p:nvSpPr>
        <p:spPr>
          <a:xfrm>
            <a:off x="8394192" y="9756648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Bearer inventory JWT + X-Delegation-Token</a:t>
            </a:r>
            <a:endParaRPr lang="en-US" sz="950" dirty="0"/>
          </a:p>
        </p:txBody>
      </p:sp>
      <p:sp>
        <p:nvSpPr>
          <p:cNvPr id="94" name="Shape 86"/>
          <p:cNvSpPr/>
          <p:nvPr/>
        </p:nvSpPr>
        <p:spPr>
          <a:xfrm>
            <a:off x="4352544" y="10287000"/>
            <a:ext cx="7644384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95" name="Text 87"/>
          <p:cNvSpPr txBox="1"/>
          <p:nvPr/>
        </p:nvSpPr>
        <p:spPr>
          <a:xfrm>
            <a:off x="8828532" y="1014984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9AA5B1"/>
            </a:solidFill>
          </a:ln>
        </p:spPr>
        <p:txBody>
          <a:bodyPr wrap="square" lIns="254" tIns="762" rIns="762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13D"/>
                </a:solidFill>
              </a:rPr>
              <a:t>stock data (or 401 / 403 / 404)</a:t>
            </a:r>
            <a:endParaRPr lang="en-US" sz="950" dirty="0"/>
          </a:p>
        </p:txBody>
      </p:sp>
      <p:sp>
        <p:nvSpPr>
          <p:cNvPr id="96" name="Shape 88"/>
          <p:cNvSpPr/>
          <p:nvPr/>
        </p:nvSpPr>
        <p:spPr>
          <a:xfrm>
            <a:off x="2286000" y="10442448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2240280" y="10515600"/>
            <a:ext cx="365760" cy="365760"/>
          </a:xfrm>
          <a:prstGeom prst="ellipse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sp>
        <p:nvSpPr>
          <p:cNvPr id="98" name="Text 90"/>
          <p:cNvSpPr txBox="1"/>
          <p:nvPr/>
        </p:nvSpPr>
        <p:spPr>
          <a:xfrm>
            <a:off x="2697480" y="105064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Respond to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human + machine + result</a:t>
            </a:r>
            <a:endParaRPr lang="en-US" sz="1000" dirty="0"/>
          </a:p>
        </p:txBody>
      </p:sp>
      <p:sp>
        <p:nvSpPr>
          <p:cNvPr id="99" name="Shape 91"/>
          <p:cNvSpPr/>
          <p:nvPr/>
        </p:nvSpPr>
        <p:spPr>
          <a:xfrm>
            <a:off x="292608" y="10442448"/>
            <a:ext cx="170078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246888" y="10515600"/>
            <a:ext cx="365760" cy="365760"/>
          </a:xfrm>
          <a:prstGeom prst="ellipse">
            <a:avLst/>
          </a:prstGeom>
          <a:solidFill>
            <a:srgbClr val="C2185B"/>
          </a:solidFill>
          <a:ln>
            <a:solidFill>
              <a:srgbClr val="C218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</a:t>
            </a:r>
            <a:endParaRPr lang="en-US" sz="1400" dirty="0"/>
          </a:p>
        </p:txBody>
      </p:sp>
      <p:sp>
        <p:nvSpPr>
          <p:cNvPr id="101" name="Text 93"/>
          <p:cNvSpPr txBox="1"/>
          <p:nvPr/>
        </p:nvSpPr>
        <p:spPr>
          <a:xfrm>
            <a:off x="704088" y="10506456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</a:rPr>
              <a:t>Gets WIDGET-B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stock (200), or an error</a:t>
            </a:r>
            <a:endParaRPr lang="en-US" sz="1000" dirty="0"/>
          </a:p>
        </p:txBody>
      </p:sp>
      <p:sp>
        <p:nvSpPr>
          <p:cNvPr id="102" name="Shape 94"/>
          <p:cNvSpPr/>
          <p:nvPr/>
        </p:nvSpPr>
        <p:spPr>
          <a:xfrm>
            <a:off x="1993392" y="10698480"/>
            <a:ext cx="246888" cy="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headEnd type="triangle"/>
          </a:ln>
        </p:spPr>
      </p:sp>
      <p:sp>
        <p:nvSpPr>
          <p:cNvPr id="103" name="Text 95"/>
          <p:cNvSpPr txBox="1"/>
          <p:nvPr/>
        </p:nvSpPr>
        <p:spPr>
          <a:xfrm>
            <a:off x="182880" y="11082528"/>
            <a:ext cx="1426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5568"/>
                </a:solidFill>
              </a:rPr>
              <a:t>Alice's token stops at the agent. </a:t>
            </a:r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Signing keys (kid): identity-key-1 (human), key-2 (machine), delegation-key-1 (delegation). The Inventory Service trusts only the last two, each for its own token type.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2026-10-26T22:01:19Z</dcterms:created>
  <dcterms:modified xsi:type="dcterms:W3CDTF">2026-10-26T22:01:19Z</dcterms:modified>
</cp:coreProperties>
</file>